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embeddedFontLst>
    <p:embeddedFont>
      <p:font typeface="Arial Narrow" panose="020B0606020202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B597F8-03C6-4E67-B8E9-97F1ECB5EE40}" v="83" dt="2025-11-27T07:06:27.573"/>
  </p1510:revLst>
</p1510:revInfo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bika S" userId="45a55425bb7f17ff" providerId="LiveId" clId="{5076775C-F55C-4F68-9A57-CEFB2C85C24F}"/>
    <pc:docChg chg="undo custSel delSld modSld">
      <pc:chgData name="Shobika S" userId="45a55425bb7f17ff" providerId="LiveId" clId="{5076775C-F55C-4F68-9A57-CEFB2C85C24F}" dt="2025-11-27T07:15:07.796" v="928" actId="113"/>
      <pc:docMkLst>
        <pc:docMk/>
      </pc:docMkLst>
      <pc:sldChg chg="modSp mod">
        <pc:chgData name="Shobika S" userId="45a55425bb7f17ff" providerId="LiveId" clId="{5076775C-F55C-4F68-9A57-CEFB2C85C24F}" dt="2025-11-27T06:47:21.497" v="840" actId="20577"/>
        <pc:sldMkLst>
          <pc:docMk/>
          <pc:sldMk cId="0" sldId="256"/>
        </pc:sldMkLst>
        <pc:spChg chg="mod">
          <ac:chgData name="Shobika S" userId="45a55425bb7f17ff" providerId="LiveId" clId="{5076775C-F55C-4F68-9A57-CEFB2C85C24F}" dt="2025-11-27T06:47:21.497" v="840" actId="20577"/>
          <ac:spMkLst>
            <pc:docMk/>
            <pc:sldMk cId="0" sldId="256"/>
            <ac:spMk id="88" creationId="{00000000-0000-0000-0000-000000000000}"/>
          </ac:spMkLst>
        </pc:spChg>
      </pc:sldChg>
      <pc:sldChg chg="modSp del mod">
        <pc:chgData name="Shobika S" userId="45a55425bb7f17ff" providerId="LiveId" clId="{5076775C-F55C-4F68-9A57-CEFB2C85C24F}" dt="2025-11-27T07:10:58.440" v="914" actId="47"/>
        <pc:sldMkLst>
          <pc:docMk/>
          <pc:sldMk cId="0" sldId="257"/>
        </pc:sldMkLst>
        <pc:spChg chg="mod">
          <ac:chgData name="Shobika S" userId="45a55425bb7f17ff" providerId="LiveId" clId="{5076775C-F55C-4F68-9A57-CEFB2C85C24F}" dt="2025-11-27T04:11:06.124" v="5"/>
          <ac:spMkLst>
            <pc:docMk/>
            <pc:sldMk cId="0" sldId="257"/>
            <ac:spMk id="96" creationId="{00000000-0000-0000-0000-000000000000}"/>
          </ac:spMkLst>
        </pc:spChg>
        <pc:spChg chg="mod">
          <ac:chgData name="Shobika S" userId="45a55425bb7f17ff" providerId="LiveId" clId="{5076775C-F55C-4F68-9A57-CEFB2C85C24F}" dt="2025-11-27T04:11:40.187" v="10" actId="27636"/>
          <ac:spMkLst>
            <pc:docMk/>
            <pc:sldMk cId="0" sldId="257"/>
            <ac:spMk id="98" creationId="{00000000-0000-0000-0000-000000000000}"/>
          </ac:spMkLst>
        </pc:spChg>
        <pc:spChg chg="mod">
          <ac:chgData name="Shobika S" userId="45a55425bb7f17ff" providerId="LiveId" clId="{5076775C-F55C-4F68-9A57-CEFB2C85C24F}" dt="2025-11-27T06:47:57.200" v="841" actId="20577"/>
          <ac:spMkLst>
            <pc:docMk/>
            <pc:sldMk cId="0" sldId="257"/>
            <ac:spMk id="99" creationId="{00000000-0000-0000-0000-000000000000}"/>
          </ac:spMkLst>
        </pc:spChg>
      </pc:sldChg>
      <pc:sldChg chg="modSp mod">
        <pc:chgData name="Shobika S" userId="45a55425bb7f17ff" providerId="LiveId" clId="{5076775C-F55C-4F68-9A57-CEFB2C85C24F}" dt="2025-11-27T04:28:36.551" v="78" actId="14100"/>
        <pc:sldMkLst>
          <pc:docMk/>
          <pc:sldMk cId="0" sldId="258"/>
        </pc:sldMkLst>
        <pc:spChg chg="mod">
          <ac:chgData name="Shobika S" userId="45a55425bb7f17ff" providerId="LiveId" clId="{5076775C-F55C-4F68-9A57-CEFB2C85C24F}" dt="2025-11-27T04:28:36.551" v="78" actId="14100"/>
          <ac:spMkLst>
            <pc:docMk/>
            <pc:sldMk cId="0" sldId="258"/>
            <ac:spMk id="105" creationId="{00000000-0000-0000-0000-000000000000}"/>
          </ac:spMkLst>
        </pc:spChg>
      </pc:sldChg>
      <pc:sldChg chg="modSp mod">
        <pc:chgData name="Shobika S" userId="45a55425bb7f17ff" providerId="LiveId" clId="{5076775C-F55C-4F68-9A57-CEFB2C85C24F}" dt="2025-11-27T06:26:04.832" v="750" actId="20577"/>
        <pc:sldMkLst>
          <pc:docMk/>
          <pc:sldMk cId="0" sldId="259"/>
        </pc:sldMkLst>
        <pc:spChg chg="mod">
          <ac:chgData name="Shobika S" userId="45a55425bb7f17ff" providerId="LiveId" clId="{5076775C-F55C-4F68-9A57-CEFB2C85C24F}" dt="2025-11-27T06:26:04.832" v="750" actId="2057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Shobika S" userId="45a55425bb7f17ff" providerId="LiveId" clId="{5076775C-F55C-4F68-9A57-CEFB2C85C24F}" dt="2025-11-27T07:13:07.547" v="917" actId="123"/>
        <pc:sldMkLst>
          <pc:docMk/>
          <pc:sldMk cId="0" sldId="260"/>
        </pc:sldMkLst>
        <pc:graphicFrameChg chg="mod modGraphic">
          <ac:chgData name="Shobika S" userId="45a55425bb7f17ff" providerId="LiveId" clId="{5076775C-F55C-4F68-9A57-CEFB2C85C24F}" dt="2025-11-27T07:13:07.547" v="917" actId="123"/>
          <ac:graphicFrameMkLst>
            <pc:docMk/>
            <pc:sldMk cId="0" sldId="260"/>
            <ac:graphicFrameMk id="121" creationId="{00000000-0000-0000-0000-000000000000}"/>
          </ac:graphicFrameMkLst>
        </pc:graphicFrameChg>
      </pc:sldChg>
      <pc:sldChg chg="addSp modSp">
        <pc:chgData name="Shobika S" userId="45a55425bb7f17ff" providerId="LiveId" clId="{5076775C-F55C-4F68-9A57-CEFB2C85C24F}" dt="2025-11-27T05:15:41.663" v="235"/>
        <pc:sldMkLst>
          <pc:docMk/>
          <pc:sldMk cId="0" sldId="261"/>
        </pc:sldMkLst>
        <pc:picChg chg="add mod">
          <ac:chgData name="Shobika S" userId="45a55425bb7f17ff" providerId="LiveId" clId="{5076775C-F55C-4F68-9A57-CEFB2C85C24F}" dt="2025-11-27T05:15:41.663" v="235"/>
          <ac:picMkLst>
            <pc:docMk/>
            <pc:sldMk cId="0" sldId="261"/>
            <ac:picMk id="2" creationId="{0A6D8034-723E-344A-037B-9D367CC27829}"/>
          </ac:picMkLst>
        </pc:picChg>
      </pc:sldChg>
      <pc:sldChg chg="addSp modSp mod">
        <pc:chgData name="Shobika S" userId="45a55425bb7f17ff" providerId="LiveId" clId="{5076775C-F55C-4F68-9A57-CEFB2C85C24F}" dt="2025-11-27T05:58:13.994" v="298" actId="732"/>
        <pc:sldMkLst>
          <pc:docMk/>
          <pc:sldMk cId="0" sldId="262"/>
        </pc:sldMkLst>
        <pc:picChg chg="add mod modCrop">
          <ac:chgData name="Shobika S" userId="45a55425bb7f17ff" providerId="LiveId" clId="{5076775C-F55C-4F68-9A57-CEFB2C85C24F}" dt="2025-11-27T05:58:13.994" v="298" actId="732"/>
          <ac:picMkLst>
            <pc:docMk/>
            <pc:sldMk cId="0" sldId="262"/>
            <ac:picMk id="2" creationId="{6973E912-9187-3AAC-2BEB-358D84B5F769}"/>
          </ac:picMkLst>
        </pc:picChg>
      </pc:sldChg>
      <pc:sldChg chg="modSp mod">
        <pc:chgData name="Shobika S" userId="45a55425bb7f17ff" providerId="LiveId" clId="{5076775C-F55C-4F68-9A57-CEFB2C85C24F}" dt="2025-11-27T06:48:51.327" v="852" actId="1076"/>
        <pc:sldMkLst>
          <pc:docMk/>
          <pc:sldMk cId="0" sldId="263"/>
        </pc:sldMkLst>
        <pc:spChg chg="mod">
          <ac:chgData name="Shobika S" userId="45a55425bb7f17ff" providerId="LiveId" clId="{5076775C-F55C-4F68-9A57-CEFB2C85C24F}" dt="2025-11-27T06:48:32.928" v="850" actId="20577"/>
          <ac:spMkLst>
            <pc:docMk/>
            <pc:sldMk cId="0" sldId="263"/>
            <ac:spMk id="139" creationId="{00000000-0000-0000-0000-000000000000}"/>
          </ac:spMkLst>
        </pc:spChg>
        <pc:spChg chg="mod">
          <ac:chgData name="Shobika S" userId="45a55425bb7f17ff" providerId="LiveId" clId="{5076775C-F55C-4F68-9A57-CEFB2C85C24F}" dt="2025-11-27T06:48:51.327" v="852" actId="1076"/>
          <ac:spMkLst>
            <pc:docMk/>
            <pc:sldMk cId="0" sldId="263"/>
            <ac:spMk id="140" creationId="{00000000-0000-0000-0000-000000000000}"/>
          </ac:spMkLst>
        </pc:spChg>
      </pc:sldChg>
      <pc:sldChg chg="modSp mod">
        <pc:chgData name="Shobika S" userId="45a55425bb7f17ff" providerId="LiveId" clId="{5076775C-F55C-4F68-9A57-CEFB2C85C24F}" dt="2025-11-27T06:12:39.379" v="416" actId="20577"/>
        <pc:sldMkLst>
          <pc:docMk/>
          <pc:sldMk cId="0" sldId="264"/>
        </pc:sldMkLst>
        <pc:spChg chg="mod">
          <ac:chgData name="Shobika S" userId="45a55425bb7f17ff" providerId="LiveId" clId="{5076775C-F55C-4F68-9A57-CEFB2C85C24F}" dt="2025-11-27T06:12:39.379" v="416" actId="20577"/>
          <ac:spMkLst>
            <pc:docMk/>
            <pc:sldMk cId="0" sldId="264"/>
            <ac:spMk id="147" creationId="{00000000-0000-0000-0000-000000000000}"/>
          </ac:spMkLst>
        </pc:spChg>
      </pc:sldChg>
      <pc:sldChg chg="addSp delSp modSp mod">
        <pc:chgData name="Shobika S" userId="45a55425bb7f17ff" providerId="LiveId" clId="{5076775C-F55C-4F68-9A57-CEFB2C85C24F}" dt="2025-11-27T07:15:07.796" v="928" actId="113"/>
        <pc:sldMkLst>
          <pc:docMk/>
          <pc:sldMk cId="0" sldId="265"/>
        </pc:sldMkLst>
        <pc:spChg chg="mod">
          <ac:chgData name="Shobika S" userId="45a55425bb7f17ff" providerId="LiveId" clId="{5076775C-F55C-4F68-9A57-CEFB2C85C24F}" dt="2025-11-27T07:15:07.796" v="928" actId="113"/>
          <ac:spMkLst>
            <pc:docMk/>
            <pc:sldMk cId="0" sldId="265"/>
            <ac:spMk id="154" creationId="{00000000-0000-0000-0000-000000000000}"/>
          </ac:spMkLst>
        </pc:spChg>
        <pc:picChg chg="add mod">
          <ac:chgData name="Shobika S" userId="45a55425bb7f17ff" providerId="LiveId" clId="{5076775C-F55C-4F68-9A57-CEFB2C85C24F}" dt="2025-11-27T07:07:53.639" v="905" actId="14100"/>
          <ac:picMkLst>
            <pc:docMk/>
            <pc:sldMk cId="0" sldId="265"/>
            <ac:picMk id="2" creationId="{8B3AE451-11E3-F928-18F0-1DC3E13D1AC8}"/>
          </ac:picMkLst>
        </pc:picChg>
        <pc:picChg chg="del">
          <ac:chgData name="Shobika S" userId="45a55425bb7f17ff" providerId="LiveId" clId="{5076775C-F55C-4F68-9A57-CEFB2C85C24F}" dt="2025-11-27T06:23:00.436" v="619" actId="478"/>
          <ac:picMkLst>
            <pc:docMk/>
            <pc:sldMk cId="0" sldId="265"/>
            <ac:picMk id="5" creationId="{7EE2EE14-F151-5430-9510-F2A814607AFD}"/>
          </ac:picMkLst>
        </pc:picChg>
      </pc:sldChg>
      <pc:sldChg chg="addSp modSp mod">
        <pc:chgData name="Shobika S" userId="45a55425bb7f17ff" providerId="LiveId" clId="{5076775C-F55C-4F68-9A57-CEFB2C85C24F}" dt="2025-11-27T07:14:57.511" v="926" actId="113"/>
        <pc:sldMkLst>
          <pc:docMk/>
          <pc:sldMk cId="0" sldId="266"/>
        </pc:sldMkLst>
        <pc:spChg chg="mod">
          <ac:chgData name="Shobika S" userId="45a55425bb7f17ff" providerId="LiveId" clId="{5076775C-F55C-4F68-9A57-CEFB2C85C24F}" dt="2025-11-27T07:14:57.511" v="926" actId="113"/>
          <ac:spMkLst>
            <pc:docMk/>
            <pc:sldMk cId="0" sldId="266"/>
            <ac:spMk id="160" creationId="{00000000-0000-0000-0000-000000000000}"/>
          </ac:spMkLst>
        </pc:spChg>
        <pc:picChg chg="add mod">
          <ac:chgData name="Shobika S" userId="45a55425bb7f17ff" providerId="LiveId" clId="{5076775C-F55C-4F68-9A57-CEFB2C85C24F}" dt="2025-11-27T07:07:42.915" v="902" actId="14100"/>
          <ac:picMkLst>
            <pc:docMk/>
            <pc:sldMk cId="0" sldId="266"/>
            <ac:picMk id="2" creationId="{2CFEC23D-ED3C-72FA-5906-F50966FB6D70}"/>
          </ac:picMkLst>
        </pc:picChg>
      </pc:sldChg>
      <pc:sldChg chg="addSp modSp mod">
        <pc:chgData name="Shobika S" userId="45a55425bb7f17ff" providerId="LiveId" clId="{5076775C-F55C-4F68-9A57-CEFB2C85C24F}" dt="2025-11-27T07:14:48.910" v="925" actId="113"/>
        <pc:sldMkLst>
          <pc:docMk/>
          <pc:sldMk cId="0" sldId="267"/>
        </pc:sldMkLst>
        <pc:spChg chg="mod">
          <ac:chgData name="Shobika S" userId="45a55425bb7f17ff" providerId="LiveId" clId="{5076775C-F55C-4F68-9A57-CEFB2C85C24F}" dt="2025-11-27T07:14:48.910" v="925" actId="113"/>
          <ac:spMkLst>
            <pc:docMk/>
            <pc:sldMk cId="0" sldId="267"/>
            <ac:spMk id="167" creationId="{00000000-0000-0000-0000-000000000000}"/>
          </ac:spMkLst>
        </pc:spChg>
        <pc:picChg chg="add mod modCrop">
          <ac:chgData name="Shobika S" userId="45a55425bb7f17ff" providerId="LiveId" clId="{5076775C-F55C-4F68-9A57-CEFB2C85C24F}" dt="2025-11-27T07:05:36.114" v="879" actId="14100"/>
          <ac:picMkLst>
            <pc:docMk/>
            <pc:sldMk cId="0" sldId="267"/>
            <ac:picMk id="2" creationId="{492138B8-CB99-44E0-43AF-6BCF974AD124}"/>
          </ac:picMkLst>
        </pc:picChg>
      </pc:sldChg>
      <pc:sldChg chg="addSp modSp mod">
        <pc:chgData name="Shobika S" userId="45a55425bb7f17ff" providerId="LiveId" clId="{5076775C-F55C-4F68-9A57-CEFB2C85C24F}" dt="2025-11-27T07:14:35.120" v="923" actId="113"/>
        <pc:sldMkLst>
          <pc:docMk/>
          <pc:sldMk cId="0" sldId="268"/>
        </pc:sldMkLst>
        <pc:spChg chg="mod">
          <ac:chgData name="Shobika S" userId="45a55425bb7f17ff" providerId="LiveId" clId="{5076775C-F55C-4F68-9A57-CEFB2C85C24F}" dt="2025-11-27T07:14:35.120" v="923" actId="113"/>
          <ac:spMkLst>
            <pc:docMk/>
            <pc:sldMk cId="0" sldId="268"/>
            <ac:spMk id="174" creationId="{00000000-0000-0000-0000-000000000000}"/>
          </ac:spMkLst>
        </pc:spChg>
        <pc:picChg chg="add mod modCrop">
          <ac:chgData name="Shobika S" userId="45a55425bb7f17ff" providerId="LiveId" clId="{5076775C-F55C-4F68-9A57-CEFB2C85C24F}" dt="2025-11-27T07:08:29.051" v="911" actId="14100"/>
          <ac:picMkLst>
            <pc:docMk/>
            <pc:sldMk cId="0" sldId="268"/>
            <ac:picMk id="2" creationId="{BA7B9D04-4DB6-33FE-67C4-A8F16BD3D55C}"/>
          </ac:picMkLst>
        </pc:picChg>
      </pc:sldChg>
      <pc:sldChg chg="addSp modSp mod">
        <pc:chgData name="Shobika S" userId="45a55425bb7f17ff" providerId="LiveId" clId="{5076775C-F55C-4F68-9A57-CEFB2C85C24F}" dt="2025-11-27T07:14:11.622" v="921" actId="113"/>
        <pc:sldMkLst>
          <pc:docMk/>
          <pc:sldMk cId="0" sldId="269"/>
        </pc:sldMkLst>
        <pc:spChg chg="mod">
          <ac:chgData name="Shobika S" userId="45a55425bb7f17ff" providerId="LiveId" clId="{5076775C-F55C-4F68-9A57-CEFB2C85C24F}" dt="2025-11-27T07:14:11.622" v="921" actId="113"/>
          <ac:spMkLst>
            <pc:docMk/>
            <pc:sldMk cId="0" sldId="269"/>
            <ac:spMk id="181" creationId="{00000000-0000-0000-0000-000000000000}"/>
          </ac:spMkLst>
        </pc:spChg>
        <pc:picChg chg="add mod">
          <ac:chgData name="Shobika S" userId="45a55425bb7f17ff" providerId="LiveId" clId="{5076775C-F55C-4F68-9A57-CEFB2C85C24F}" dt="2025-11-27T07:07:01.177" v="895" actId="14100"/>
          <ac:picMkLst>
            <pc:docMk/>
            <pc:sldMk cId="0" sldId="269"/>
            <ac:picMk id="2" creationId="{4C0F8870-4432-AED2-8EBF-D6ACEC2A6BC2}"/>
          </ac:picMkLst>
        </pc:picChg>
      </pc:sldChg>
      <pc:sldChg chg="modSp mod">
        <pc:chgData name="Shobika S" userId="45a55425bb7f17ff" providerId="LiveId" clId="{5076775C-F55C-4F68-9A57-CEFB2C85C24F}" dt="2025-11-27T07:13:52.721" v="918" actId="113"/>
        <pc:sldMkLst>
          <pc:docMk/>
          <pc:sldMk cId="0" sldId="271"/>
        </pc:sldMkLst>
        <pc:spChg chg="mod">
          <ac:chgData name="Shobika S" userId="45a55425bb7f17ff" providerId="LiveId" clId="{5076775C-F55C-4F68-9A57-CEFB2C85C24F}" dt="2025-11-27T07:13:52.721" v="918" actId="113"/>
          <ac:spMkLst>
            <pc:docMk/>
            <pc:sldMk cId="0" sldId="271"/>
            <ac:spMk id="195" creationId="{00000000-0000-0000-0000-000000000000}"/>
          </ac:spMkLst>
        </pc:spChg>
      </pc:sldChg>
      <pc:sldChg chg="modSp mod">
        <pc:chgData name="Shobika S" userId="45a55425bb7f17ff" providerId="LiveId" clId="{5076775C-F55C-4F68-9A57-CEFB2C85C24F}" dt="2025-11-27T07:14:25.684" v="922" actId="113"/>
        <pc:sldMkLst>
          <pc:docMk/>
          <pc:sldMk cId="2834070451" sldId="272"/>
        </pc:sldMkLst>
        <pc:spChg chg="mod">
          <ac:chgData name="Shobika S" userId="45a55425bb7f17ff" providerId="LiveId" clId="{5076775C-F55C-4F68-9A57-CEFB2C85C24F}" dt="2025-11-27T07:14:25.684" v="922" actId="113"/>
          <ac:spMkLst>
            <pc:docMk/>
            <pc:sldMk cId="2834070451" sldId="272"/>
            <ac:spMk id="195" creationId="{648B83C1-3DE7-3E3F-40F8-76D0B6241301}"/>
          </ac:spMkLst>
        </pc:spChg>
      </pc:sldChg>
      <pc:sldChg chg="modSp mod">
        <pc:chgData name="Shobika S" userId="45a55425bb7f17ff" providerId="LiveId" clId="{5076775C-F55C-4F68-9A57-CEFB2C85C24F}" dt="2025-11-27T05:57:07.145" v="294" actId="20577"/>
        <pc:sldMkLst>
          <pc:docMk/>
          <pc:sldMk cId="3014861653" sldId="273"/>
        </pc:sldMkLst>
        <pc:spChg chg="mod">
          <ac:chgData name="Shobika S" userId="45a55425bb7f17ff" providerId="LiveId" clId="{5076775C-F55C-4F68-9A57-CEFB2C85C24F}" dt="2025-11-27T05:57:07.145" v="294" actId="20577"/>
          <ac:spMkLst>
            <pc:docMk/>
            <pc:sldMk cId="3014861653" sldId="273"/>
            <ac:spMk id="3" creationId="{22ABDA42-5836-D2E3-1290-9E9478C88B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No.:19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Date:29.11.2025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897625"/>
            <a:ext cx="10515600" cy="401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</a:t>
            </a:r>
            <a:r>
              <a:rPr lang="en-US" dirty="0">
                <a:latin typeface="Arial Narrow" panose="020B0606020202030204" pitchFamily="34" charset="0"/>
              </a:rPr>
              <a:t>Create an intelligent, invisible hand-like system that allows users to control a computer through eye blinks, facial expressions, and head movements, removing the need for physical input devices.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 </a:t>
            </a:r>
            <a:r>
              <a:rPr lang="en-US" dirty="0">
                <a:latin typeface="Arial Narrow" panose="020B0606020202030204" pitchFamily="34" charset="0"/>
              </a:rPr>
              <a:t>Ensure the solution is inclusive and user-friendly, specifically supporting individuals with limited mobility to achieve independent digital interaction.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</a:t>
            </a:r>
            <a:r>
              <a:rPr lang="en-US" dirty="0"/>
              <a:t> </a:t>
            </a:r>
            <a:r>
              <a:rPr lang="en-US" dirty="0">
                <a:latin typeface="Arial Narrow" panose="020B0606020202030204" pitchFamily="34" charset="0"/>
              </a:rPr>
              <a:t>Implement LSTM-based gesture recognition to differentiate intentional actions from involuntary movements, improving accuracy, reducing false commands, and adapting to each user’s behavior over time.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2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6388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 project is designed to assist individuals with physical disabilities by enabling computer control through facial gestures.</a:t>
            </a:r>
          </a:p>
          <a:p>
            <a:pPr marL="0" lv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2. It recognizes facial gestures such as eye blinks, smiles, and head movements to replace common mouse functions like cursor movement and clicks.</a:t>
            </a:r>
          </a:p>
          <a:p>
            <a:pPr marL="0" lv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It uses computer vision tools like OpenCV, </a:t>
            </a:r>
            <a:r>
              <a:rPr lang="en-US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, along with an LSTM machine learning model, to recognize facial gestures accurately in real time.</a:t>
            </a:r>
          </a:p>
          <a:p>
            <a:pPr marL="0" lv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4. Real-time responsiveness ensures smooth and practical use, making the system suitable for everyday digital tasks.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2034386165"/>
              </p:ext>
            </p:extLst>
          </p:nvPr>
        </p:nvGraphicFramePr>
        <p:xfrm>
          <a:off x="0" y="708000"/>
          <a:ext cx="12192001" cy="6149999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21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98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Cursor Control Using Facial Gestures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Chau &amp; Betke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Mouse pointer control using facial gestures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HCI, Facial Gesture Tracking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8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Head Pose Estimation in Computer Vision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Murphy-</a:t>
                      </a: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Chutorian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&amp; Trivedi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Robust head orientation tracking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OpenCV, Head Pose Estimation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Face Gesture Controlled Mouse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Kumar &amp; Bhuvaneshwari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 Eye blink recognized for clicking.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OpenCV Face Tracking, Eye Blink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98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Eye Blink Detection using Facial Landmarks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Soukupová &amp; Čech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Blink detection using EAR thresholding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EAR (Eye Aspect Ratio), Face Landmarks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598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MediaPipe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– ML Pipeline Framework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Lugaresi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et al.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Real-time ML landmark extraction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MediaPipe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Face Mesh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0863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Implementation of a Virtual Mouse Based on Facial Expressions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Satish R. &amp; Nandhini R.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Facial expression-based virtual mouse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Facial Expression Recognition + Webcam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6D8034-723E-344A-037B-9D367CC27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043053"/>
            <a:ext cx="3352800" cy="4771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40229" y="1034142"/>
            <a:ext cx="10787742" cy="5219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 Narrow" panose="020B0606020202030204" pitchFamily="34" charset="0"/>
              </a:rPr>
              <a:t>1. Physically challenged individuals require an alternative method to interact with computers without relying on traditional input devices like a mouse or keyboard.</a:t>
            </a:r>
          </a:p>
          <a:p>
            <a:pPr algn="just"/>
            <a:r>
              <a:rPr lang="en-US" sz="2800" dirty="0">
                <a:latin typeface="Arial Narrow" panose="020B0606020202030204" pitchFamily="34" charset="0"/>
              </a:rPr>
              <a:t>2. There is a growing need for hands-free computer control that enhances accessibility and independence in human–computer interaction.</a:t>
            </a:r>
          </a:p>
          <a:p>
            <a:pPr algn="just"/>
            <a:r>
              <a:rPr lang="en-US" sz="2800" dirty="0">
                <a:latin typeface="Arial Narrow" panose="020B0606020202030204" pitchFamily="34" charset="0"/>
              </a:rPr>
              <a:t>3. Facial gestures such as eye blinks and head movements offer a natural and intuitive way to control the cursor, but require accurate detection and interpretation.</a:t>
            </a:r>
          </a:p>
          <a:p>
            <a:pPr algn="just"/>
            <a:r>
              <a:rPr lang="en-US" sz="2800" dirty="0">
                <a:latin typeface="Arial Narrow" panose="020B0606020202030204" pitchFamily="34" charset="0"/>
              </a:rPr>
              <a:t>4. Implementing such a system would improve usability, accessibility, and inclusiveness, especially for users with physical disabilities or limited mobility.</a:t>
            </a:r>
          </a:p>
          <a:p>
            <a:pPr algn="just"/>
            <a:r>
              <a:rPr lang="en-US" sz="2800" dirty="0">
                <a:latin typeface="Arial Narrow" panose="020B0606020202030204" pitchFamily="34" charset="0"/>
              </a:rPr>
              <a:t>5. An AI-based approach is required to ensure smooth and precise cursor movement.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6973E912-9187-3AAC-2BEB-358D84B5F76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rcRect t="1538"/>
          <a:stretch>
            <a:fillRect/>
          </a:stretch>
        </p:blipFill>
        <p:spPr>
          <a:xfrm>
            <a:off x="3254478" y="1189703"/>
            <a:ext cx="6164825" cy="5036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56104" y="2362389"/>
            <a:ext cx="5623586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.</a:t>
            </a:r>
            <a:r>
              <a:rPr lang="en-IN" dirty="0">
                <a:latin typeface="Arial Narrow" panose="020B0606020202030204" pitchFamily="34" charset="0"/>
              </a:rPr>
              <a:t> </a:t>
            </a:r>
            <a:r>
              <a:rPr lang="en-IN" sz="2400" dirty="0">
                <a:latin typeface="Arial Narrow" panose="020B0606020202030204" pitchFamily="34" charset="0"/>
              </a:rPr>
              <a:t>Processor – Intel i3 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Computer/Laptop with minimum 8GB RAM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sz="2400" dirty="0">
                <a:latin typeface="Arial Narrow" panose="020B0606020202030204" pitchFamily="34" charset="0"/>
              </a:rPr>
              <a:t> Webcam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IN" sz="24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4.</a:t>
            </a:r>
            <a:r>
              <a:rPr lang="en-IN" sz="2400" dirty="0">
                <a:latin typeface="Arial Narrow" panose="020B0606020202030204" pitchFamily="34" charset="0"/>
              </a:rPr>
              <a:t> Proper Lighting Source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879690" y="2362389"/>
            <a:ext cx="6331509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.</a:t>
            </a:r>
            <a:r>
              <a:rPr lang="en-IN" b="1" dirty="0">
                <a:latin typeface="Arial Narrow" panose="020B0606020202030204" pitchFamily="34" charset="0"/>
              </a:rPr>
              <a:t> </a:t>
            </a:r>
            <a:r>
              <a:rPr lang="en-IN" sz="2400" dirty="0">
                <a:latin typeface="Arial Narrow" panose="020B0606020202030204" pitchFamily="34" charset="0"/>
              </a:rPr>
              <a:t>Backend: Python 3.8+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IN" sz="2400" b="1" dirty="0">
                <a:latin typeface="Arial Narrow" panose="020B0606020202030204" pitchFamily="34" charset="0"/>
              </a:rPr>
              <a:t> </a:t>
            </a:r>
            <a:r>
              <a:rPr lang="en-IN" sz="2400" dirty="0">
                <a:latin typeface="Arial Narrow" panose="020B0606020202030204" pitchFamily="34" charset="0"/>
              </a:rPr>
              <a:t>Libraries: OpenCV, </a:t>
            </a:r>
            <a:r>
              <a:rPr lang="en-IN" sz="2400" dirty="0" err="1">
                <a:latin typeface="Arial Narrow" panose="020B0606020202030204" pitchFamily="34" charset="0"/>
              </a:rPr>
              <a:t>MediaPipe</a:t>
            </a:r>
            <a:r>
              <a:rPr lang="en-IN" sz="2400" dirty="0">
                <a:latin typeface="Arial Narrow" panose="020B0606020202030204" pitchFamily="34" charset="0"/>
              </a:rPr>
              <a:t>, </a:t>
            </a:r>
            <a:r>
              <a:rPr lang="en-IN" sz="2400" dirty="0" err="1">
                <a:latin typeface="Arial Narrow" panose="020B0606020202030204" pitchFamily="34" charset="0"/>
              </a:rPr>
              <a:t>PyAutoGUI</a:t>
            </a:r>
            <a:r>
              <a:rPr lang="en-IN" sz="2400" dirty="0">
                <a:latin typeface="Arial Narrow" panose="020B0606020202030204" pitchFamily="34" charset="0"/>
              </a:rPr>
              <a:t>, NumPy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sz="2400" b="1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Frontend: OpenCV live video window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4. Additional Model: </a:t>
            </a:r>
            <a:r>
              <a:rPr lang="en-US" sz="2400" dirty="0" err="1">
                <a:latin typeface="Arial Narrow" panose="020B0606020202030204" pitchFamily="34" charset="0"/>
              </a:rPr>
              <a:t>MediaPipe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dirty="0" err="1">
                <a:latin typeface="Arial Narrow" panose="020B0606020202030204" pitchFamily="34" charset="0"/>
              </a:rPr>
              <a:t>FaceMesh</a:t>
            </a:r>
            <a:r>
              <a:rPr lang="en-US" sz="2400" dirty="0">
                <a:latin typeface="Arial Narrow" panose="020B0606020202030204" pitchFamily="34" charset="0"/>
              </a:rPr>
              <a:t> for facial landmark detection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Input Acquisition Module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2.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Preprocessing Module</a:t>
            </a: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3.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LSTM-Based Gesture Prediction Module</a:t>
            </a: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4.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Execution Module</a:t>
            </a: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5.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Performance Metrics Module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1398639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Captures real-time video feed from the webcam using OpenCV</a:t>
            </a: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b="1" dirty="0"/>
              <a:t> </a:t>
            </a:r>
            <a:r>
              <a:rPr lang="en-US" dirty="0">
                <a:latin typeface="Arial Narrow" panose="020B0606020202030204" pitchFamily="34" charset="0"/>
              </a:rPr>
              <a:t>Detects and tracks facial landmarks using </a:t>
            </a:r>
            <a:r>
              <a:rPr lang="en-US" dirty="0" err="1">
                <a:latin typeface="Arial Narrow" panose="020B0606020202030204" pitchFamily="34" charset="0"/>
              </a:rPr>
              <a:t>MediaPipe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FaceMesh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3AE451-11E3-F928-18F0-1DC3E13D1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406" y="2527665"/>
            <a:ext cx="6823588" cy="3617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1054509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Converts the captured frame to grayscale and applies CLAHE for contrast enhancement. </a:t>
            </a:r>
          </a:p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Extracts essential facial features like eyes and mouth regions, and computes EAR (Eye Aspect Ratio) and MAR (Mouth Aspect Ratio).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FEC23D-ED3C-72FA-5906-F50966FB6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871" y="3174938"/>
            <a:ext cx="6440129" cy="3181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946355" y="13180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1.</a:t>
            </a: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Uses temporal sequences of EAR, MAR, and facial point data to train an LSTM (Long Short-Term Memory) model for gesture classification.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2.</a:t>
            </a: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Predicts gestures such as left blink, right blink, and mouth open based on time-series facial movement patterns.</a:t>
            </a:r>
          </a:p>
          <a:p>
            <a:pPr marL="0" indent="0" algn="just">
              <a:buSzPts val="2800"/>
              <a:buNone/>
            </a:pPr>
            <a:endParaRPr lang="en-US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2138B8-CB99-44E0-43AF-6BCF974AD1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t="9189" r="54245" b="27881"/>
          <a:stretch>
            <a:fillRect/>
          </a:stretch>
        </p:blipFill>
        <p:spPr bwMode="auto">
          <a:xfrm>
            <a:off x="2994409" y="3195484"/>
            <a:ext cx="6434726" cy="304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1005348" y="96875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Maps the predicted gestures to system actions such as mouse movement, left click, right click, and scrolling using </a:t>
            </a:r>
            <a:r>
              <a:rPr lang="en-US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pyautogui</a:t>
            </a: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Dynamically controls the cursor position based on nose tip movement and toggles scroll mode via mouth opening.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7B9D04-4DB6-33FE-67C4-A8F16BD3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93"/>
          <a:stretch>
            <a:fillRect/>
          </a:stretch>
        </p:blipFill>
        <p:spPr>
          <a:xfrm>
            <a:off x="2723535" y="2839627"/>
            <a:ext cx="6459794" cy="3794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1005348" y="13539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Measures performance indicators such as calibration time, detection accuracy, and frames per second (FPS).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dirty="0"/>
              <a:t> </a:t>
            </a:r>
            <a:r>
              <a:rPr lang="en-US" dirty="0">
                <a:latin typeface="Arial Narrow" panose="020B0606020202030204" pitchFamily="34" charset="0"/>
              </a:rPr>
              <a:t>It evaluates response timing, gesture recognition stability, error rate, and generates performance graphs to conclude the system’s real-time usability.</a:t>
            </a:r>
          </a:p>
          <a:p>
            <a:pPr marL="0" lvl="0" indent="0" algn="just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0F8870-4432-AED2-8EBF-D6ACEC2A6B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368" y="3313036"/>
            <a:ext cx="6902245" cy="325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The project develops a real-time facial gesture-based mouse control system that effectively captures, processes, and interprets user gestures with high precision. It replaces traditional input devices, offering a hands-free interaction method ideal for users with physical limitations.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By integrating computer vision and machine learning (LSTM model), the system ensures smooth and accurate cursor movement. It demonstrates the potential of AI-driven assistive technology to enhance accessibility, usability, and the overall human–computer interaction experience.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15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dirty="0">
                <a:latin typeface="Arial Narrow" panose="020B0606020202030204" pitchFamily="34" charset="0"/>
              </a:rPr>
              <a:t> 3D Gesture Recognition: Future versions can incorporate 3D facial mapping to recognize depth-based gestures, allowing more complex and precise cursor movements.</a:t>
            </a:r>
          </a:p>
          <a:p>
            <a:pPr marL="0" indent="0" algn="just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 Cloud-Based Processing: Integrating cloud computation can enable faster data processing and real-time gesture analysis without overloading local system resources.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943</Words>
  <Application>Microsoft Office PowerPoint</Application>
  <PresentationFormat>Widescreen</PresentationFormat>
  <Paragraphs>110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Arial Narrow</vt:lpstr>
      <vt:lpstr>Calibri</vt:lpstr>
      <vt:lpstr>Arial</vt:lpstr>
      <vt:lpstr>Office Theme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Shobika S</cp:lastModifiedBy>
  <cp:revision>5</cp:revision>
  <dcterms:modified xsi:type="dcterms:W3CDTF">2025-11-27T07:15:14Z</dcterms:modified>
</cp:coreProperties>
</file>